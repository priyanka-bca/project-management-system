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9/25/2025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4759C81-A001-65D3-5720-1F330139A5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8403" y="999241"/>
            <a:ext cx="9561593" cy="2294292"/>
          </a:xfrm>
        </p:spPr>
        <p:txBody>
          <a:bodyPr>
            <a:normAutofit/>
          </a:bodyPr>
          <a:lstStyle/>
          <a:p>
            <a:r>
              <a:rPr lang="en-US" sz="7200" dirty="0"/>
              <a:t>Project </a:t>
            </a:r>
            <a:br>
              <a:rPr lang="en-US" sz="7200" dirty="0"/>
            </a:br>
            <a:r>
              <a:rPr lang="en-US" sz="7200" dirty="0"/>
              <a:t>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C3CF1AD-896A-1338-428D-860C4D57F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978494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-Manisha Sharma</a:t>
            </a:r>
          </a:p>
          <a:p>
            <a:pPr algn="r"/>
            <a:r>
              <a:rPr lang="en-US" dirty="0"/>
              <a:t>-Priyanka Ghimire</a:t>
            </a:r>
          </a:p>
          <a:p>
            <a:pPr algn="r"/>
            <a:r>
              <a:rPr lang="en-US" dirty="0"/>
              <a:t>-</a:t>
            </a:r>
            <a:r>
              <a:rPr lang="en-US" dirty="0" err="1"/>
              <a:t>Diptan</a:t>
            </a:r>
            <a:r>
              <a:rPr lang="en-US" dirty="0"/>
              <a:t> Gurung</a:t>
            </a:r>
          </a:p>
        </p:txBody>
      </p:sp>
    </p:spTree>
    <p:extLst>
      <p:ext uri="{BB962C8B-B14F-4D97-AF65-F5344CB8AC3E}">
        <p14:creationId xmlns:p14="http://schemas.microsoft.com/office/powerpoint/2010/main" val="2414309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402193-AAFF-792B-1213-17B4D0892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680" y="148107"/>
            <a:ext cx="8218446" cy="575225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Introduction</a:t>
            </a:r>
            <a:endParaRPr lang="en-US" sz="3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1B701EE5-DB7C-0D02-A742-E47FEF9A51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75681" y="1611994"/>
            <a:ext cx="10033598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sz="2400" dirty="0" smtClean="0"/>
              <a:t>Software </a:t>
            </a:r>
            <a:r>
              <a:rPr lang="en-US" sz="2400" dirty="0"/>
              <a:t>tool that helps teams plan, organize, and manage their work more </a:t>
            </a:r>
            <a:r>
              <a:rPr lang="en-US" sz="2400" dirty="0" smtClean="0"/>
              <a:t>effectively.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Challenges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missed deadlines, poor communication, unclear responsibilities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Leader, Member roles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Notifications, progress tracking, report generation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060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07E6DF-A697-763B-1323-F83546FBE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 </a:t>
            </a:r>
            <a:r>
              <a:rPr lang="en-US" sz="4000" dirty="0"/>
              <a:t>Study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7E2E9BC-78E9-8B76-4AFB-983669EEE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Existing tools (Trello, Asana, Jira) are complex or expensive for student teams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Need a simple, tailored solution for academic projects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Focus on role-based access, usability, and lightweight system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14871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2CECCF7-798A-46D2-A9FB-2C60CD2D5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</a:t>
            </a:r>
            <a:r>
              <a:rPr lang="en-US" sz="4000" dirty="0"/>
              <a:t>Statement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961132C5-4B9B-F708-CF8A-8BB03BC980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2002559"/>
            <a:ext cx="8975264" cy="2793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Difficulty in creating groups and assigning leaders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Missed deadlines due to lack of reminders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Tracking member contributions is hard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Generating structured reports is time-consuming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Communication gaps between leaders and members</a:t>
            </a:r>
          </a:p>
        </p:txBody>
      </p:sp>
    </p:spTree>
    <p:extLst>
      <p:ext uri="{BB962C8B-B14F-4D97-AF65-F5344CB8AC3E}">
        <p14:creationId xmlns:p14="http://schemas.microsoft.com/office/powerpoint/2010/main" val="1571297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A6A54C-1BE4-D543-FEBF-672169766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Objectives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49C4C8F-FBCF-4BB2-A16C-744BCB4752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1693205"/>
            <a:ext cx="8626472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Build a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role-based system: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Admin manages groups &amp; reports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Leaders assign tasks &amp; track progress</a:t>
            </a:r>
          </a:p>
          <a:p>
            <a:pPr marL="914400" lvl="2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Members update tasks &amp; communicate issues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Provide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secure, user-friendly platform: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 UI/UX</a:t>
            </a:r>
          </a:p>
          <a:p>
            <a:pPr lvl="2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Deadline notifications &amp; alerts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35622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C14765B-358A-E68C-799C-2046D3FA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Methodology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E24B3324-569D-5519-1223-C0DF66031F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1810818"/>
            <a:ext cx="9041252" cy="4016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Agile Approach (flexible &amp; iterative)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Stages: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Requirement Analysis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System Design (architecture + database + wireframes)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Implementation (Web + Mobile)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Testing (Unit, Integration, UAT)</a:t>
            </a:r>
          </a:p>
          <a:p>
            <a:pPr marL="457200" lvl="1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Deployment &amp; Maintenance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53529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F70653-B259-F1BB-BF62-6E0B87610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Deliverables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CABB96B5-0903-E33A-2982-AA98F781EBE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30270" y="1685499"/>
            <a:ext cx="10266736" cy="33461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Web-based Admin Panel: group &amp; leader management, reports, notifications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Mobile App: Leader &amp; Member features, UI/UX design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Deadline notifications and alerts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Printable reports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Database &amp; system documentation</a:t>
            </a:r>
          </a:p>
        </p:txBody>
      </p:sp>
    </p:spTree>
    <p:extLst>
      <p:ext uri="{BB962C8B-B14F-4D97-AF65-F5344CB8AC3E}">
        <p14:creationId xmlns:p14="http://schemas.microsoft.com/office/powerpoint/2010/main" val="1150584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8F70653-B259-F1BB-BF62-6E0B87610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3661" y="2536464"/>
            <a:ext cx="7440523" cy="2090127"/>
          </a:xfrm>
        </p:spPr>
        <p:txBody>
          <a:bodyPr>
            <a:normAutofit/>
          </a:bodyPr>
          <a:lstStyle/>
          <a:p>
            <a:r>
              <a:rPr lang="en-US" sz="6600" b="1" dirty="0" smtClean="0"/>
              <a:t>Thank You!!!</a:t>
            </a: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647520962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CDCE0"/>
      </a:lt2>
      <a:accent1>
        <a:srgbClr val="415588"/>
      </a:accent1>
      <a:accent2>
        <a:srgbClr val="4294B6"/>
      </a:accent2>
      <a:accent3>
        <a:srgbClr val="087D7C"/>
      </a:accent3>
      <a:accent4>
        <a:srgbClr val="2CB663"/>
      </a:accent4>
      <a:accent5>
        <a:srgbClr val="DF8822"/>
      </a:accent5>
      <a:accent6>
        <a:srgbClr val="BC410A"/>
      </a:accent6>
      <a:hlink>
        <a:srgbClr val="5977C4"/>
      </a:hlink>
      <a:folHlink>
        <a:srgbClr val="A1A9B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42</TotalTime>
  <Words>228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Century Gothic</vt:lpstr>
      <vt:lpstr>Gallery</vt:lpstr>
      <vt:lpstr>Project  Management</vt:lpstr>
      <vt:lpstr>Introduction</vt:lpstr>
      <vt:lpstr>Background Study</vt:lpstr>
      <vt:lpstr>Problem Statement</vt:lpstr>
      <vt:lpstr>Objectives</vt:lpstr>
      <vt:lpstr>Methodology</vt:lpstr>
      <vt:lpstr>Deliverables</vt:lpstr>
      <vt:lpstr>Thank You!!!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 Management</dc:title>
  <dc:creator>Priyanka Ghimire</dc:creator>
  <cp:lastModifiedBy>Lenovo</cp:lastModifiedBy>
  <cp:revision>6</cp:revision>
  <dcterms:created xsi:type="dcterms:W3CDTF">2025-09-24T13:15:31Z</dcterms:created>
  <dcterms:modified xsi:type="dcterms:W3CDTF">2025-09-25T03:31:55Z</dcterms:modified>
</cp:coreProperties>
</file>